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0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322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577850"/>
            <a:ext cx="8086725" cy="25146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3155157"/>
            <a:ext cx="6921151" cy="123444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26262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1856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8619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575564"/>
            <a:ext cx="8085582" cy="2516886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3153157"/>
            <a:ext cx="6919722" cy="12344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317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498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4269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30350"/>
            <a:ext cx="3497580" cy="54255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06481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05706" y="1528826"/>
            <a:ext cx="3497580" cy="541782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05706" y="206324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246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537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4038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406712"/>
            <a:ext cx="2537460" cy="144018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571500"/>
            <a:ext cx="4572000" cy="3429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1883860"/>
            <a:ext cx="2548890" cy="234524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0710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4064001"/>
            <a:ext cx="8085582" cy="459962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3998214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4432301"/>
            <a:ext cx="6922008" cy="40005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s-CO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9341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7719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521494"/>
            <a:ext cx="1971675" cy="360045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535782"/>
            <a:ext cx="5800725" cy="405050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0560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0449" y="1791970"/>
            <a:ext cx="6023101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35837" y="2976117"/>
            <a:ext cx="7672324" cy="807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7578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8425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5059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374650"/>
            <a:ext cx="8079581" cy="1243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08760"/>
            <a:ext cx="8065294" cy="2824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4809335"/>
            <a:ext cx="30861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916023"/>
            <a:ext cx="37719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945" y="4407310"/>
            <a:ext cx="2194560" cy="10477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4908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5930">
              <a:lnSpc>
                <a:spcPct val="100000"/>
              </a:lnSpc>
              <a:spcBef>
                <a:spcPts val="100"/>
              </a:spcBef>
            </a:pPr>
            <a:r>
              <a:rPr lang="es-ES" spc="-5" dirty="0">
                <a:solidFill>
                  <a:schemeClr val="tx1"/>
                </a:solidFill>
              </a:rPr>
              <a:t>Sistemas de información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458210" marR="5080" indent="721995">
              <a:lnSpc>
                <a:spcPts val="2920"/>
              </a:lnSpc>
              <a:spcBef>
                <a:spcPts val="459"/>
              </a:spcBef>
            </a:pPr>
            <a:r>
              <a:rPr spc="-15" dirty="0">
                <a:solidFill>
                  <a:schemeClr val="tx1"/>
                </a:solidFill>
              </a:rPr>
              <a:t>REQUERIMIENTOS </a:t>
            </a:r>
            <a:r>
              <a:rPr dirty="0">
                <a:solidFill>
                  <a:schemeClr val="tx1"/>
                </a:solidFill>
              </a:rPr>
              <a:t>/  </a:t>
            </a:r>
            <a:r>
              <a:rPr spc="-15" dirty="0">
                <a:solidFill>
                  <a:schemeClr val="tx1"/>
                </a:solidFill>
              </a:rPr>
              <a:t>REQUISITOS </a:t>
            </a:r>
            <a:r>
              <a:rPr dirty="0">
                <a:solidFill>
                  <a:schemeClr val="tx1"/>
                </a:solidFill>
              </a:rPr>
              <a:t>/</a:t>
            </a:r>
            <a:r>
              <a:rPr spc="-10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REQUIREMENTS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4455" y="1455496"/>
            <a:ext cx="6618605" cy="1854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2540" algn="ctr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00"/>
                </a:solidFill>
              </a:rPr>
              <a:t>¿Que se </a:t>
            </a:r>
            <a:r>
              <a:rPr spc="-10" dirty="0">
                <a:solidFill>
                  <a:srgbClr val="000000"/>
                </a:solidFill>
              </a:rPr>
              <a:t>necesita </a:t>
            </a:r>
            <a:r>
              <a:rPr spc="-25" dirty="0">
                <a:solidFill>
                  <a:srgbClr val="000000"/>
                </a:solidFill>
              </a:rPr>
              <a:t>para </a:t>
            </a:r>
            <a:r>
              <a:rPr spc="-10" dirty="0">
                <a:solidFill>
                  <a:srgbClr val="000000"/>
                </a:solidFill>
              </a:rPr>
              <a:t>definir  </a:t>
            </a:r>
            <a:r>
              <a:rPr spc="-5" dirty="0">
                <a:solidFill>
                  <a:srgbClr val="000000"/>
                </a:solidFill>
              </a:rPr>
              <a:t>los </a:t>
            </a:r>
            <a:r>
              <a:rPr spc="-15" dirty="0">
                <a:solidFill>
                  <a:srgbClr val="000000"/>
                </a:solidFill>
              </a:rPr>
              <a:t>requisitos </a:t>
            </a:r>
            <a:r>
              <a:rPr spc="-30" dirty="0">
                <a:solidFill>
                  <a:srgbClr val="000000"/>
                </a:solidFill>
              </a:rPr>
              <a:t>para </a:t>
            </a:r>
            <a:r>
              <a:rPr spc="-5" dirty="0">
                <a:solidFill>
                  <a:srgbClr val="000000"/>
                </a:solidFill>
              </a:rPr>
              <a:t>el </a:t>
            </a:r>
            <a:r>
              <a:rPr spc="-10" dirty="0">
                <a:solidFill>
                  <a:srgbClr val="000000"/>
                </a:solidFill>
              </a:rPr>
              <a:t>desarrollo  </a:t>
            </a:r>
            <a:r>
              <a:rPr spc="-5" dirty="0">
                <a:solidFill>
                  <a:srgbClr val="000000"/>
                </a:solidFill>
              </a:rPr>
              <a:t>de un SI?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4695" y="1256876"/>
            <a:ext cx="5793040" cy="20688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38951" y="149352"/>
            <a:ext cx="6193596" cy="43355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97152" y="887113"/>
            <a:ext cx="5218742" cy="34784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30534" y="405383"/>
            <a:ext cx="5202853" cy="3659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6039" y="2282443"/>
            <a:ext cx="5660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solidFill>
                  <a:schemeClr val="tx1"/>
                </a:solidFill>
              </a:rPr>
              <a:t>REQUISITOS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FUNCIONALES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4938" y="620268"/>
            <a:ext cx="5066569" cy="2931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40386" y="1108741"/>
            <a:ext cx="5287009" cy="35245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40386" y="1108741"/>
            <a:ext cx="5287009" cy="35245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0487" y="220073"/>
            <a:ext cx="5130164" cy="8406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363" y="1513399"/>
            <a:ext cx="3534077" cy="15199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15815" y="1895080"/>
            <a:ext cx="3664257" cy="13893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53252" y="3575216"/>
            <a:ext cx="3913299" cy="12388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0827" y="443516"/>
            <a:ext cx="5248275" cy="8290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5685" y="2182153"/>
            <a:ext cx="3306190" cy="15059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28441" y="2189406"/>
            <a:ext cx="3513159" cy="11140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9800" y="2282443"/>
            <a:ext cx="6448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solidFill>
                  <a:schemeClr val="tx1"/>
                </a:solidFill>
              </a:rPr>
              <a:t>REQUISITOS </a:t>
            </a:r>
            <a:r>
              <a:rPr spc="-5" dirty="0">
                <a:solidFill>
                  <a:schemeClr val="tx1"/>
                </a:solidFill>
              </a:rPr>
              <a:t>NO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FUNCIONALES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130145"/>
            <a:ext cx="3800475" cy="467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00571" y="1337679"/>
            <a:ext cx="3028572" cy="8473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43012" y="2819050"/>
            <a:ext cx="3685807" cy="10099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48237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97811" y="954785"/>
            <a:ext cx="64687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1F1F1"/>
                </a:solidFill>
                <a:latin typeface="Carlito"/>
                <a:cs typeface="Carlito"/>
              </a:rPr>
              <a:t>Bibliografía</a:t>
            </a:r>
            <a:endParaRPr sz="180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solidFill>
                  <a:srgbClr val="F1F1F1"/>
                </a:solidFill>
                <a:latin typeface="Carlito"/>
                <a:cs typeface="Carlito"/>
              </a:rPr>
              <a:t>PRESSMAN, </a:t>
            </a:r>
            <a:r>
              <a:rPr sz="1800" spc="-15" dirty="0">
                <a:solidFill>
                  <a:srgbClr val="F1F1F1"/>
                </a:solidFill>
                <a:latin typeface="Carlito"/>
                <a:cs typeface="Carlito"/>
              </a:rPr>
              <a:t>Roger </a:t>
            </a:r>
            <a:r>
              <a:rPr sz="1800" spc="-5" dirty="0">
                <a:solidFill>
                  <a:srgbClr val="F1F1F1"/>
                </a:solidFill>
                <a:latin typeface="Carlito"/>
                <a:cs typeface="Carlito"/>
              </a:rPr>
              <a:t>S. Ingeniería </a:t>
            </a:r>
            <a:r>
              <a:rPr sz="1800" dirty="0">
                <a:solidFill>
                  <a:srgbClr val="F1F1F1"/>
                </a:solidFill>
                <a:latin typeface="Carlito"/>
                <a:cs typeface="Carlito"/>
              </a:rPr>
              <a:t>de </a:t>
            </a:r>
            <a:r>
              <a:rPr sz="1800" spc="-10" dirty="0">
                <a:solidFill>
                  <a:srgbClr val="F1F1F1"/>
                </a:solidFill>
                <a:latin typeface="Carlito"/>
                <a:cs typeface="Carlito"/>
              </a:rPr>
              <a:t>Software. </a:t>
            </a:r>
            <a:r>
              <a:rPr sz="1800" dirty="0">
                <a:solidFill>
                  <a:srgbClr val="F1F1F1"/>
                </a:solidFill>
                <a:latin typeface="Carlito"/>
                <a:cs typeface="Carlito"/>
              </a:rPr>
              <a:t>Un </a:t>
            </a:r>
            <a:r>
              <a:rPr sz="1800" spc="-10" dirty="0">
                <a:solidFill>
                  <a:srgbClr val="F1F1F1"/>
                </a:solidFill>
                <a:latin typeface="Carlito"/>
                <a:cs typeface="Carlito"/>
              </a:rPr>
              <a:t>enfoque práctico. </a:t>
            </a:r>
            <a:r>
              <a:rPr sz="1800" spc="-15" dirty="0">
                <a:solidFill>
                  <a:srgbClr val="F1F1F1"/>
                </a:solidFill>
                <a:latin typeface="Carlito"/>
                <a:cs typeface="Carlito"/>
              </a:rPr>
              <a:t>Ed.  </a:t>
            </a:r>
            <a:r>
              <a:rPr sz="1800" dirty="0">
                <a:solidFill>
                  <a:srgbClr val="F1F1F1"/>
                </a:solidFill>
                <a:latin typeface="Carlito"/>
                <a:cs typeface="Carlito"/>
              </a:rPr>
              <a:t>Mc </a:t>
            </a:r>
            <a:r>
              <a:rPr sz="1800" spc="-15" dirty="0">
                <a:solidFill>
                  <a:srgbClr val="F1F1F1"/>
                </a:solidFill>
                <a:latin typeface="Carlito"/>
                <a:cs typeface="Carlito"/>
              </a:rPr>
              <a:t>Graw </a:t>
            </a:r>
            <a:r>
              <a:rPr sz="1800" spc="-5" dirty="0">
                <a:solidFill>
                  <a:srgbClr val="F1F1F1"/>
                </a:solidFill>
                <a:latin typeface="Carlito"/>
                <a:cs typeface="Carlito"/>
              </a:rPr>
              <a:t>Hill.</a:t>
            </a:r>
            <a:r>
              <a:rPr sz="1800" spc="30" dirty="0">
                <a:solidFill>
                  <a:srgbClr val="F1F1F1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1F1F1"/>
                </a:solidFill>
                <a:latin typeface="Carlito"/>
                <a:cs typeface="Carlito"/>
              </a:rPr>
              <a:t>2010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o">
  <a:themeElements>
    <a:clrScheme name="Metropolitano">
      <a:dk1>
        <a:sysClr val="windowText" lastClr="000000"/>
      </a:dk1>
      <a:lt1>
        <a:sysClr val="window" lastClr="FFFFFF"/>
      </a:lt1>
      <a:dk2>
        <a:srgbClr val="471101"/>
      </a:dk2>
      <a:lt2>
        <a:srgbClr val="E7E8E2"/>
      </a:lt2>
      <a:accent1>
        <a:srgbClr val="A6B727"/>
      </a:accent1>
      <a:accent2>
        <a:srgbClr val="F04304"/>
      </a:accent2>
      <a:accent3>
        <a:srgbClr val="EF8606"/>
      </a:accent3>
      <a:accent4>
        <a:srgbClr val="F2C100"/>
      </a:accent4>
      <a:accent5>
        <a:srgbClr val="A65001"/>
      </a:accent5>
      <a:accent6>
        <a:srgbClr val="BA9585"/>
      </a:accent6>
      <a:hlink>
        <a:srgbClr val="00B0F0"/>
      </a:hlink>
      <a:folHlink>
        <a:srgbClr val="7F7F7F"/>
      </a:folHlink>
    </a:clrScheme>
    <a:fontScheme name="Metropolitan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3A8A2BB7-7C5E-4EB2-B1F1-CFFF0F57E77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B46097E3962454F887B83B8FDF54C69" ma:contentTypeVersion="14" ma:contentTypeDescription="Crear nuevo documento." ma:contentTypeScope="" ma:versionID="6d4ef2bb47f2b228f95747a1bc461fdc">
  <xsd:schema xmlns:xsd="http://www.w3.org/2001/XMLSchema" xmlns:xs="http://www.w3.org/2001/XMLSchema" xmlns:p="http://schemas.microsoft.com/office/2006/metadata/properties" xmlns:ns3="905fb7ea-8bb8-49fd-b86f-218c3ad64873" xmlns:ns4="2e3cc5f0-419d-4601-913d-f15082dd9f36" targetNamespace="http://schemas.microsoft.com/office/2006/metadata/properties" ma:root="true" ma:fieldsID="fd1f58a44646f2e9343952b9bfbcdc1d" ns3:_="" ns4:_="">
    <xsd:import namespace="905fb7ea-8bb8-49fd-b86f-218c3ad64873"/>
    <xsd:import namespace="2e3cc5f0-419d-4601-913d-f15082dd9f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5fb7ea-8bb8-49fd-b86f-218c3ad648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3cc5f0-419d-4601-913d-f15082dd9f3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897D5D-CB16-418F-B912-C9E909CA794C}">
  <ds:schemaRefs>
    <ds:schemaRef ds:uri="http://schemas.openxmlformats.org/package/2006/metadata/core-properties"/>
    <ds:schemaRef ds:uri="http://purl.org/dc/terms/"/>
    <ds:schemaRef ds:uri="2e3cc5f0-419d-4601-913d-f15082dd9f36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905fb7ea-8bb8-49fd-b86f-218c3ad64873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F5C1FDE-4DA8-4F2D-87FF-7C4613F133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98CCFD-82BC-4A76-AE79-B1E6B5E4C1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5fb7ea-8bb8-49fd-b86f-218c3ad64873"/>
    <ds:schemaRef ds:uri="2e3cc5f0-419d-4601-913d-f15082dd9f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8</TotalTime>
  <Words>49</Words>
  <Application>Microsoft Office PowerPoint</Application>
  <PresentationFormat>Presentación en pantalla (16:9)</PresentationFormat>
  <Paragraphs>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 Light</vt:lpstr>
      <vt:lpstr>Carlito</vt:lpstr>
      <vt:lpstr>Metropolitano</vt:lpstr>
      <vt:lpstr>Sistemas de información </vt:lpstr>
      <vt:lpstr>¿Que se necesita para definir  los requisitos para el desarrollo  de un SI?</vt:lpstr>
      <vt:lpstr>Presentación de PowerPoint</vt:lpstr>
      <vt:lpstr>Presentación de PowerPoint</vt:lpstr>
      <vt:lpstr>Presentación de PowerPoint</vt:lpstr>
      <vt:lpstr>Presentación de PowerPoint</vt:lpstr>
      <vt:lpstr>REQUISITOS FUNCIONALES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REQUISITOS NO FUNCIONALES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Brayan Torres</dc:creator>
  <cp:lastModifiedBy>brayan torres</cp:lastModifiedBy>
  <cp:revision>2</cp:revision>
  <dcterms:created xsi:type="dcterms:W3CDTF">2021-07-28T14:09:53Z</dcterms:created>
  <dcterms:modified xsi:type="dcterms:W3CDTF">2026-02-17T21:01:03Z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2020-08-10T00:00:00Z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2021-07-28T00:00:00Z</vt:filetime>
  </property>
  <property fmtid="{D5CDD505-2E9C-101B-9397-08002B2CF9AE}" pid="5" name="ContentTypeId">
    <vt:lpwstr>0x0101001B46097E3962454F887B83B8FDF54C69</vt:lpwstr>
  </property>
</Properties>
</file>